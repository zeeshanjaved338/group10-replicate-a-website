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85" r:id="rId4"/>
    <p:sldId id="286" r:id="rId5"/>
    <p:sldId id="287" r:id="rId6"/>
    <p:sldId id="288" r:id="rId7"/>
    <p:sldId id="262" r:id="rId8"/>
    <p:sldId id="258" r:id="rId9"/>
    <p:sldId id="289" r:id="rId10"/>
    <p:sldId id="291" r:id="rId11"/>
    <p:sldId id="27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BE8A"/>
    <a:srgbClr val="E6E6E6"/>
    <a:srgbClr val="C4AC6A"/>
    <a:srgbClr val="B89C4C"/>
    <a:srgbClr val="FFFFFF"/>
    <a:srgbClr val="CFD6EC"/>
    <a:srgbClr val="EED7C5"/>
    <a:srgbClr val="F3D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41" autoAdjust="0"/>
    <p:restoredTop sz="94660"/>
  </p:normalViewPr>
  <p:slideViewPr>
    <p:cSldViewPr snapToGrid="0">
      <p:cViewPr varScale="1">
        <p:scale>
          <a:sx n="89" d="100"/>
          <a:sy n="89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0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ENOVO\Downloads\Netflix_Clone_Excel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'[Netflix_Clone_Excel_Data.xlsx]Raw Data'!$B$1</c:f>
              <c:strCache>
                <c:ptCount val="1"/>
                <c:pt idx="0">
                  <c:v>Monthly Views (000s)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54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462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'[Netflix_Clone_Excel_Data.xlsx]Raw Data'!$A$2:$A$6</c:f>
              <c:strCache>
                <c:ptCount val="5"/>
                <c:pt idx="0">
                  <c:v>Trending Now</c:v>
                </c:pt>
                <c:pt idx="1">
                  <c:v>Trending Now</c:v>
                </c:pt>
                <c:pt idx="2">
                  <c:v>Netflix Originals</c:v>
                </c:pt>
                <c:pt idx="3">
                  <c:v>Action Movies</c:v>
                </c:pt>
                <c:pt idx="4">
                  <c:v>Comedy Movies</c:v>
                </c:pt>
              </c:strCache>
            </c:strRef>
          </c:cat>
          <c:val>
            <c:numRef>
              <c:f>'[Netflix_Clone_Excel_Data.xlsx]Raw Data'!$B$2:$B$6</c:f>
              <c:numCache>
                <c:formatCode>General</c:formatCode>
                <c:ptCount val="5"/>
                <c:pt idx="0">
                  <c:v>530</c:v>
                </c:pt>
                <c:pt idx="1">
                  <c:v>610</c:v>
                </c:pt>
                <c:pt idx="2">
                  <c:v>880</c:v>
                </c:pt>
                <c:pt idx="3">
                  <c:v>430</c:v>
                </c:pt>
                <c:pt idx="4">
                  <c:v>390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-50"/>
        <c:axId val="563491684"/>
        <c:axId val="831971610"/>
      </c:barChart>
      <c:catAx>
        <c:axId val="5634916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1971610"/>
        <c:crosses val="autoZero"/>
        <c:auto val="1"/>
        <c:lblAlgn val="ctr"/>
        <c:lblOffset val="100"/>
        <c:noMultiLvlLbl val="0"/>
      </c:catAx>
      <c:valAx>
        <c:axId val="83197161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34916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12bc32d-5200-4344-8ddd-b6995a53fb72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0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54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462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F7143-DF50-43AC-8E77-75A5F2F938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7DDE8-01B7-40E0-98BE-9AD7B19157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7" Type="http://schemas.openxmlformats.org/officeDocument/2006/relationships/tags" Target="../tags/tag62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tags" Target="../tags/tag108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7" Type="http://schemas.openxmlformats.org/officeDocument/2006/relationships/tags" Target="../tags/tag171.xml"/><Relationship Id="rId26" Type="http://schemas.openxmlformats.org/officeDocument/2006/relationships/tags" Target="../tags/tag170.xml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tags" Target="../tags/tag165.xml"/><Relationship Id="rId20" Type="http://schemas.openxmlformats.org/officeDocument/2006/relationships/tags" Target="../tags/tag164.xml"/><Relationship Id="rId2" Type="http://schemas.openxmlformats.org/officeDocument/2006/relationships/tags" Target="../tags/tag146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>
            <p:custDataLst>
              <p:tags r:id="rId2"/>
            </p:custDataLst>
          </p:nvPr>
        </p:nvGrpSpPr>
        <p:grpSpPr>
          <a:xfrm>
            <a:off x="383382" y="0"/>
            <a:ext cx="10860880" cy="6868160"/>
            <a:chOff x="383382" y="0"/>
            <a:chExt cx="10860880" cy="6868160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1074934" y="0"/>
              <a:ext cx="10169328" cy="6868160"/>
              <a:chOff x="1074934" y="0"/>
              <a:chExt cx="10169328" cy="6868160"/>
            </a:xfrm>
          </p:grpSpPr>
          <p:sp>
            <p:nvSpPr>
              <p:cNvPr id="11" name="任意多边形: 形状 10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6471729" y="0"/>
                <a:ext cx="4498061" cy="2192408"/>
              </a:xfrm>
              <a:custGeom>
                <a:avLst/>
                <a:gdLst>
                  <a:gd name="connsiteX0" fmla="*/ 0 w 4498061"/>
                  <a:gd name="connsiteY0" fmla="*/ 0 h 2192408"/>
                  <a:gd name="connsiteX1" fmla="*/ 4498061 w 4498061"/>
                  <a:gd name="connsiteY1" fmla="*/ 0 h 2192408"/>
                  <a:gd name="connsiteX2" fmla="*/ 4489445 w 4498061"/>
                  <a:gd name="connsiteY2" fmla="*/ 170624 h 2192408"/>
                  <a:gd name="connsiteX3" fmla="*/ 2249030 w 4498061"/>
                  <a:gd name="connsiteY3" fmla="*/ 2192408 h 2192408"/>
                  <a:gd name="connsiteX4" fmla="*/ 8615 w 4498061"/>
                  <a:gd name="connsiteY4" fmla="*/ 170624 h 2192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1" h="2192408">
                    <a:moveTo>
                      <a:pt x="0" y="0"/>
                    </a:moveTo>
                    <a:lnTo>
                      <a:pt x="4498061" y="0"/>
                    </a:lnTo>
                    <a:lnTo>
                      <a:pt x="4489445" y="170624"/>
                    </a:lnTo>
                    <a:cubicBezTo>
                      <a:pt x="4374118" y="1306230"/>
                      <a:pt x="3415063" y="2192408"/>
                      <a:pt x="2249030" y="2192408"/>
                    </a:cubicBezTo>
                    <a:cubicBezTo>
                      <a:pt x="1082998" y="2192408"/>
                      <a:pt x="123943" y="1306230"/>
                      <a:pt x="8615" y="170624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465625" y="5164237"/>
                <a:ext cx="3559491" cy="1693763"/>
              </a:xfrm>
              <a:custGeom>
                <a:avLst/>
                <a:gdLst>
                  <a:gd name="connsiteX0" fmla="*/ 1779745 w 3559491"/>
                  <a:gd name="connsiteY0" fmla="*/ 0 h 1693763"/>
                  <a:gd name="connsiteX1" fmla="*/ 3554851 w 3559491"/>
                  <a:gd name="connsiteY1" fmla="*/ 1601882 h 1693763"/>
                  <a:gd name="connsiteX2" fmla="*/ 3559491 w 3559491"/>
                  <a:gd name="connsiteY2" fmla="*/ 1693763 h 1693763"/>
                  <a:gd name="connsiteX3" fmla="*/ 0 w 3559491"/>
                  <a:gd name="connsiteY3" fmla="*/ 1693763 h 1693763"/>
                  <a:gd name="connsiteX4" fmla="*/ 4639 w 3559491"/>
                  <a:gd name="connsiteY4" fmla="*/ 1601882 h 1693763"/>
                  <a:gd name="connsiteX5" fmla="*/ 1779745 w 3559491"/>
                  <a:gd name="connsiteY5" fmla="*/ 0 h 1693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9491" h="1693763">
                    <a:moveTo>
                      <a:pt x="1779745" y="0"/>
                    </a:moveTo>
                    <a:cubicBezTo>
                      <a:pt x="2703606" y="0"/>
                      <a:pt x="3463476" y="702129"/>
                      <a:pt x="3554851" y="1601882"/>
                    </a:cubicBezTo>
                    <a:lnTo>
                      <a:pt x="3559491" y="1693763"/>
                    </a:lnTo>
                    <a:lnTo>
                      <a:pt x="0" y="1693763"/>
                    </a:lnTo>
                    <a:lnTo>
                      <a:pt x="4639" y="1601882"/>
                    </a:lnTo>
                    <a:cubicBezTo>
                      <a:pt x="96014" y="702129"/>
                      <a:pt x="855884" y="0"/>
                      <a:pt x="1779745" y="0"/>
                    </a:cubicBez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矩形 7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74934" y="0"/>
                <a:ext cx="2379466" cy="1660525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8075999" y="5283200"/>
                <a:ext cx="3168263" cy="1584960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383382" y="4958557"/>
              <a:ext cx="521493" cy="428627"/>
              <a:chOff x="383382" y="4958557"/>
              <a:chExt cx="521493" cy="428627"/>
            </a:xfrm>
          </p:grpSpPr>
          <p:cxnSp>
            <p:nvCxnSpPr>
              <p:cNvPr id="12" name="直接连接符 11"/>
              <p:cNvCxnSpPr/>
              <p:nvPr userDrawn="1">
                <p:custDataLst>
                  <p:tags r:id="rId7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 userDrawn="1">
                <p:custDataLst>
                  <p:tags r:id="rId8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 userDrawn="1">
                <p:custDataLst>
                  <p:tags r:id="rId9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 userDrawn="1"/>
          </p:nvGrpSpPr>
          <p:grpSpPr>
            <a:xfrm rot="5400000">
              <a:off x="7319943" y="6431755"/>
              <a:ext cx="423862" cy="428627"/>
              <a:chOff x="383382" y="4958557"/>
              <a:chExt cx="521493" cy="428627"/>
            </a:xfrm>
          </p:grpSpPr>
          <p:cxnSp>
            <p:nvCxnSpPr>
              <p:cNvPr id="29" name="直接连接符 28"/>
              <p:cNvCxnSpPr/>
              <p:nvPr userDrawn="1">
                <p:custDataLst>
                  <p:tags r:id="rId10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 userDrawn="1">
                <p:custDataLst>
                  <p:tags r:id="rId11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 userDrawn="1">
                <p:custDataLst>
                  <p:tags r:id="rId12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 userDrawn="1"/>
          </p:nvGrpSpPr>
          <p:grpSpPr>
            <a:xfrm rot="5400000">
              <a:off x="5744084" y="14288"/>
              <a:ext cx="457202" cy="428627"/>
              <a:chOff x="383382" y="4958557"/>
              <a:chExt cx="521493" cy="428627"/>
            </a:xfrm>
          </p:grpSpPr>
          <p:cxnSp>
            <p:nvCxnSpPr>
              <p:cNvPr id="33" name="直接连接符 32"/>
              <p:cNvCxnSpPr/>
              <p:nvPr userDrawn="1">
                <p:custDataLst>
                  <p:tags r:id="rId1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 userDrawn="1">
                <p:custDataLst>
                  <p:tags r:id="rId1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 userDrawn="1">
                <p:custDataLst>
                  <p:tags r:id="rId1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/>
            <p:cNvGrpSpPr/>
            <p:nvPr userDrawn="1"/>
          </p:nvGrpSpPr>
          <p:grpSpPr>
            <a:xfrm>
              <a:off x="1844952" y="1028704"/>
              <a:ext cx="8494436" cy="1579353"/>
              <a:chOff x="1844952" y="1028704"/>
              <a:chExt cx="8494436" cy="1579353"/>
            </a:xfrm>
          </p:grpSpPr>
          <p:cxnSp>
            <p:nvCxnSpPr>
              <p:cNvPr id="44" name="直接连接符 43"/>
              <p:cNvCxnSpPr/>
              <p:nvPr userDrawn="1">
                <p:custDataLst>
                  <p:tags r:id="rId16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 userDrawn="1">
                <p:custDataLst>
                  <p:tags r:id="rId17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 userDrawn="1">
                <p:custDataLst>
                  <p:tags r:id="rId18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/>
            <p:cNvGrpSpPr/>
            <p:nvPr userDrawn="1"/>
          </p:nvGrpSpPr>
          <p:grpSpPr>
            <a:xfrm flipV="1">
              <a:off x="1844952" y="4074976"/>
              <a:ext cx="8494436" cy="1975897"/>
              <a:chOff x="1844952" y="1028704"/>
              <a:chExt cx="8494436" cy="1579353"/>
            </a:xfrm>
          </p:grpSpPr>
          <p:cxnSp>
            <p:nvCxnSpPr>
              <p:cNvPr id="52" name="直接连接符 51"/>
              <p:cNvCxnSpPr/>
              <p:nvPr userDrawn="1">
                <p:custDataLst>
                  <p:tags r:id="rId19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 userDrawn="1">
                <p:custDataLst>
                  <p:tags r:id="rId20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 userDrawn="1">
                <p:custDataLst>
                  <p:tags r:id="rId21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3002280" y="2900045"/>
            <a:ext cx="6187440" cy="1068070"/>
          </a:xfrm>
        </p:spPr>
        <p:txBody>
          <a:bodyPr lIns="90170" tIns="46990" rIns="90170" bIns="46990" anchor="b" anchorCtr="0">
            <a:normAutofit/>
          </a:bodyPr>
          <a:lstStyle>
            <a:lvl1pPr algn="ctr">
              <a:defRPr sz="600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3002280" y="4212640"/>
            <a:ext cx="6187442" cy="530145"/>
          </a:xfrm>
        </p:spPr>
        <p:txBody>
          <a:bodyPr lIns="90170" tIns="46990" rIns="90170" bIns="4699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 userDrawn="1">
            <p:custDataLst>
              <p:tags r:id="rId27"/>
            </p:custDataLst>
          </p:nvPr>
        </p:nvCxnSpPr>
        <p:spPr>
          <a:xfrm>
            <a:off x="5538533" y="4074977"/>
            <a:ext cx="1114934" cy="0"/>
          </a:xfrm>
          <a:prstGeom prst="line">
            <a:avLst/>
          </a:prstGeom>
          <a:ln w="635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7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8" name="组合 7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10" name="直接连接符 9"/>
              <p:cNvCxnSpPr/>
              <p:nvPr userDrawn="1">
                <p:custDataLst>
                  <p:tags r:id="rId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任意多边形: 形状 8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383382" y="0"/>
            <a:ext cx="10860880" cy="6868160"/>
            <a:chOff x="383382" y="0"/>
            <a:chExt cx="10860880" cy="6868160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1074934" y="0"/>
              <a:ext cx="10169328" cy="6868160"/>
              <a:chOff x="1074934" y="0"/>
              <a:chExt cx="10169328" cy="6868160"/>
            </a:xfrm>
          </p:grpSpPr>
          <p:sp>
            <p:nvSpPr>
              <p:cNvPr id="31" name="任意多边形: 形状 30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6471729" y="0"/>
                <a:ext cx="4498061" cy="2192408"/>
              </a:xfrm>
              <a:custGeom>
                <a:avLst/>
                <a:gdLst>
                  <a:gd name="connsiteX0" fmla="*/ 0 w 4498061"/>
                  <a:gd name="connsiteY0" fmla="*/ 0 h 2192408"/>
                  <a:gd name="connsiteX1" fmla="*/ 4498061 w 4498061"/>
                  <a:gd name="connsiteY1" fmla="*/ 0 h 2192408"/>
                  <a:gd name="connsiteX2" fmla="*/ 4489445 w 4498061"/>
                  <a:gd name="connsiteY2" fmla="*/ 170624 h 2192408"/>
                  <a:gd name="connsiteX3" fmla="*/ 2249030 w 4498061"/>
                  <a:gd name="connsiteY3" fmla="*/ 2192408 h 2192408"/>
                  <a:gd name="connsiteX4" fmla="*/ 8615 w 4498061"/>
                  <a:gd name="connsiteY4" fmla="*/ 170624 h 2192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1" h="2192408">
                    <a:moveTo>
                      <a:pt x="0" y="0"/>
                    </a:moveTo>
                    <a:lnTo>
                      <a:pt x="4498061" y="0"/>
                    </a:lnTo>
                    <a:lnTo>
                      <a:pt x="4489445" y="170624"/>
                    </a:lnTo>
                    <a:cubicBezTo>
                      <a:pt x="4374118" y="1306230"/>
                      <a:pt x="3415063" y="2192408"/>
                      <a:pt x="2249030" y="2192408"/>
                    </a:cubicBezTo>
                    <a:cubicBezTo>
                      <a:pt x="1082998" y="2192408"/>
                      <a:pt x="123943" y="1306230"/>
                      <a:pt x="8615" y="170624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465625" y="5164237"/>
                <a:ext cx="3559491" cy="1693763"/>
              </a:xfrm>
              <a:custGeom>
                <a:avLst/>
                <a:gdLst>
                  <a:gd name="connsiteX0" fmla="*/ 1779745 w 3559491"/>
                  <a:gd name="connsiteY0" fmla="*/ 0 h 1693763"/>
                  <a:gd name="connsiteX1" fmla="*/ 3554851 w 3559491"/>
                  <a:gd name="connsiteY1" fmla="*/ 1601882 h 1693763"/>
                  <a:gd name="connsiteX2" fmla="*/ 3559491 w 3559491"/>
                  <a:gd name="connsiteY2" fmla="*/ 1693763 h 1693763"/>
                  <a:gd name="connsiteX3" fmla="*/ 0 w 3559491"/>
                  <a:gd name="connsiteY3" fmla="*/ 1693763 h 1693763"/>
                  <a:gd name="connsiteX4" fmla="*/ 4639 w 3559491"/>
                  <a:gd name="connsiteY4" fmla="*/ 1601882 h 1693763"/>
                  <a:gd name="connsiteX5" fmla="*/ 1779745 w 3559491"/>
                  <a:gd name="connsiteY5" fmla="*/ 0 h 1693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9491" h="1693763">
                    <a:moveTo>
                      <a:pt x="1779745" y="0"/>
                    </a:moveTo>
                    <a:cubicBezTo>
                      <a:pt x="2703606" y="0"/>
                      <a:pt x="3463476" y="702129"/>
                      <a:pt x="3554851" y="1601882"/>
                    </a:cubicBezTo>
                    <a:lnTo>
                      <a:pt x="3559491" y="1693763"/>
                    </a:lnTo>
                    <a:lnTo>
                      <a:pt x="0" y="1693763"/>
                    </a:lnTo>
                    <a:lnTo>
                      <a:pt x="4639" y="1601882"/>
                    </a:lnTo>
                    <a:cubicBezTo>
                      <a:pt x="96014" y="702129"/>
                      <a:pt x="855884" y="0"/>
                      <a:pt x="1779745" y="0"/>
                    </a:cubicBez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矩形 32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74934" y="0"/>
                <a:ext cx="2379466" cy="1660525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8075999" y="5283200"/>
                <a:ext cx="3168263" cy="1584960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383382" y="4958557"/>
              <a:ext cx="521493" cy="428627"/>
              <a:chOff x="383382" y="4958557"/>
              <a:chExt cx="521493" cy="428627"/>
            </a:xfrm>
          </p:grpSpPr>
          <p:cxnSp>
            <p:nvCxnSpPr>
              <p:cNvPr id="28" name="直接连接符 27"/>
              <p:cNvCxnSpPr/>
              <p:nvPr userDrawn="1">
                <p:custDataLst>
                  <p:tags r:id="rId7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 userDrawn="1">
                <p:custDataLst>
                  <p:tags r:id="rId8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 userDrawn="1">
                <p:custDataLst>
                  <p:tags r:id="rId9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 userDrawn="1"/>
          </p:nvGrpSpPr>
          <p:grpSpPr>
            <a:xfrm rot="5400000">
              <a:off x="7319943" y="6431755"/>
              <a:ext cx="423862" cy="428627"/>
              <a:chOff x="383382" y="4958557"/>
              <a:chExt cx="521493" cy="428627"/>
            </a:xfrm>
          </p:grpSpPr>
          <p:cxnSp>
            <p:nvCxnSpPr>
              <p:cNvPr id="25" name="直接连接符 24"/>
              <p:cNvCxnSpPr/>
              <p:nvPr userDrawn="1">
                <p:custDataLst>
                  <p:tags r:id="rId10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11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 userDrawn="1">
                <p:custDataLst>
                  <p:tags r:id="rId12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 userDrawn="1"/>
          </p:nvGrpSpPr>
          <p:grpSpPr>
            <a:xfrm rot="5400000">
              <a:off x="5744084" y="14288"/>
              <a:ext cx="457202" cy="428627"/>
              <a:chOff x="383382" y="4958557"/>
              <a:chExt cx="521493" cy="428627"/>
            </a:xfrm>
          </p:grpSpPr>
          <p:cxnSp>
            <p:nvCxnSpPr>
              <p:cNvPr id="22" name="直接连接符 21"/>
              <p:cNvCxnSpPr/>
              <p:nvPr userDrawn="1">
                <p:custDataLst>
                  <p:tags r:id="rId1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 userDrawn="1">
                <p:custDataLst>
                  <p:tags r:id="rId1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 userDrawn="1">
                <p:custDataLst>
                  <p:tags r:id="rId1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 userDrawn="1"/>
          </p:nvGrpSpPr>
          <p:grpSpPr>
            <a:xfrm>
              <a:off x="1844952" y="1028704"/>
              <a:ext cx="8494436" cy="1579353"/>
              <a:chOff x="1844952" y="1028704"/>
              <a:chExt cx="8494436" cy="1579353"/>
            </a:xfrm>
          </p:grpSpPr>
          <p:cxnSp>
            <p:nvCxnSpPr>
              <p:cNvPr id="19" name="直接连接符 18"/>
              <p:cNvCxnSpPr/>
              <p:nvPr userDrawn="1">
                <p:custDataLst>
                  <p:tags r:id="rId16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 userDrawn="1">
                <p:custDataLst>
                  <p:tags r:id="rId17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 userDrawn="1">
                <p:custDataLst>
                  <p:tags r:id="rId18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/>
            <p:cNvGrpSpPr/>
            <p:nvPr userDrawn="1"/>
          </p:nvGrpSpPr>
          <p:grpSpPr>
            <a:xfrm flipV="1">
              <a:off x="1844952" y="4074976"/>
              <a:ext cx="8494436" cy="1975897"/>
              <a:chOff x="1844952" y="1028704"/>
              <a:chExt cx="8494436" cy="1579353"/>
            </a:xfrm>
          </p:grpSpPr>
          <p:cxnSp>
            <p:nvCxnSpPr>
              <p:cNvPr id="16" name="直接连接符 15"/>
              <p:cNvCxnSpPr/>
              <p:nvPr userDrawn="1">
                <p:custDataLst>
                  <p:tags r:id="rId19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 userDrawn="1">
                <p:custDataLst>
                  <p:tags r:id="rId20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 userDrawn="1">
                <p:custDataLst>
                  <p:tags r:id="rId21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5"/>
            </p:custDataLst>
          </p:nvPr>
        </p:nvSpPr>
        <p:spPr>
          <a:xfrm>
            <a:off x="3002280" y="2973705"/>
            <a:ext cx="6187440" cy="985520"/>
          </a:xfrm>
        </p:spPr>
        <p:txBody>
          <a:bodyPr lIns="90170" tIns="46990" rIns="90170" bIns="46990" anchor="b" anchorCtr="0">
            <a:normAutofit/>
          </a:bodyPr>
          <a:lstStyle>
            <a:lvl1pPr algn="ctr">
              <a:defRPr sz="44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3002280" y="4211320"/>
            <a:ext cx="6187440" cy="805180"/>
          </a:xfrm>
        </p:spPr>
        <p:txBody>
          <a:bodyPr lIns="90170" tIns="4699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35" name="直接连接符 34"/>
          <p:cNvCxnSpPr/>
          <p:nvPr userDrawn="1">
            <p:custDataLst>
              <p:tags r:id="rId27"/>
            </p:custDataLst>
          </p:nvPr>
        </p:nvCxnSpPr>
        <p:spPr>
          <a:xfrm>
            <a:off x="5538533" y="4074977"/>
            <a:ext cx="1114934" cy="0"/>
          </a:xfrm>
          <a:prstGeom prst="line">
            <a:avLst/>
          </a:prstGeom>
          <a:ln w="635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7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2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22" name="组合 21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24" name="直接连接符 23"/>
              <p:cNvCxnSpPr/>
              <p:nvPr userDrawn="1">
                <p:custDataLst>
                  <p:tags r:id="rId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任意多边形: 形状 22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2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24" name="组合 23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26" name="直接连接符 25"/>
              <p:cNvCxnSpPr/>
              <p:nvPr userDrawn="1">
                <p:custDataLst>
                  <p:tags r:id="rId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: 形状 24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>
            <p:custDataLst>
              <p:tags r:id="rId2"/>
            </p:custDataLst>
          </p:nvPr>
        </p:nvGrpSpPr>
        <p:grpSpPr>
          <a:xfrm>
            <a:off x="383382" y="0"/>
            <a:ext cx="10860880" cy="6868160"/>
            <a:chOff x="383382" y="0"/>
            <a:chExt cx="10860880" cy="6868160"/>
          </a:xfrm>
        </p:grpSpPr>
        <p:grpSp>
          <p:nvGrpSpPr>
            <p:cNvPr id="21" name="组合 20"/>
            <p:cNvGrpSpPr/>
            <p:nvPr userDrawn="1"/>
          </p:nvGrpSpPr>
          <p:grpSpPr>
            <a:xfrm>
              <a:off x="1074934" y="0"/>
              <a:ext cx="10169328" cy="6868160"/>
              <a:chOff x="1074934" y="0"/>
              <a:chExt cx="10169328" cy="6868160"/>
            </a:xfrm>
          </p:grpSpPr>
          <p:sp>
            <p:nvSpPr>
              <p:cNvPr id="42" name="任意多边形: 形状 41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6471729" y="0"/>
                <a:ext cx="4498061" cy="2192408"/>
              </a:xfrm>
              <a:custGeom>
                <a:avLst/>
                <a:gdLst>
                  <a:gd name="connsiteX0" fmla="*/ 0 w 4498061"/>
                  <a:gd name="connsiteY0" fmla="*/ 0 h 2192408"/>
                  <a:gd name="connsiteX1" fmla="*/ 4498061 w 4498061"/>
                  <a:gd name="connsiteY1" fmla="*/ 0 h 2192408"/>
                  <a:gd name="connsiteX2" fmla="*/ 4489445 w 4498061"/>
                  <a:gd name="connsiteY2" fmla="*/ 170624 h 2192408"/>
                  <a:gd name="connsiteX3" fmla="*/ 2249030 w 4498061"/>
                  <a:gd name="connsiteY3" fmla="*/ 2192408 h 2192408"/>
                  <a:gd name="connsiteX4" fmla="*/ 8615 w 4498061"/>
                  <a:gd name="connsiteY4" fmla="*/ 170624 h 2192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1" h="2192408">
                    <a:moveTo>
                      <a:pt x="0" y="0"/>
                    </a:moveTo>
                    <a:lnTo>
                      <a:pt x="4498061" y="0"/>
                    </a:lnTo>
                    <a:lnTo>
                      <a:pt x="4489445" y="170624"/>
                    </a:lnTo>
                    <a:cubicBezTo>
                      <a:pt x="4374118" y="1306230"/>
                      <a:pt x="3415063" y="2192408"/>
                      <a:pt x="2249030" y="2192408"/>
                    </a:cubicBezTo>
                    <a:cubicBezTo>
                      <a:pt x="1082998" y="2192408"/>
                      <a:pt x="123943" y="1306230"/>
                      <a:pt x="8615" y="170624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465625" y="5164237"/>
                <a:ext cx="3559491" cy="1693763"/>
              </a:xfrm>
              <a:custGeom>
                <a:avLst/>
                <a:gdLst>
                  <a:gd name="connsiteX0" fmla="*/ 1779745 w 3559491"/>
                  <a:gd name="connsiteY0" fmla="*/ 0 h 1693763"/>
                  <a:gd name="connsiteX1" fmla="*/ 3554851 w 3559491"/>
                  <a:gd name="connsiteY1" fmla="*/ 1601882 h 1693763"/>
                  <a:gd name="connsiteX2" fmla="*/ 3559491 w 3559491"/>
                  <a:gd name="connsiteY2" fmla="*/ 1693763 h 1693763"/>
                  <a:gd name="connsiteX3" fmla="*/ 0 w 3559491"/>
                  <a:gd name="connsiteY3" fmla="*/ 1693763 h 1693763"/>
                  <a:gd name="connsiteX4" fmla="*/ 4639 w 3559491"/>
                  <a:gd name="connsiteY4" fmla="*/ 1601882 h 1693763"/>
                  <a:gd name="connsiteX5" fmla="*/ 1779745 w 3559491"/>
                  <a:gd name="connsiteY5" fmla="*/ 0 h 1693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9491" h="1693763">
                    <a:moveTo>
                      <a:pt x="1779745" y="0"/>
                    </a:moveTo>
                    <a:cubicBezTo>
                      <a:pt x="2703606" y="0"/>
                      <a:pt x="3463476" y="702129"/>
                      <a:pt x="3554851" y="1601882"/>
                    </a:cubicBezTo>
                    <a:lnTo>
                      <a:pt x="3559491" y="1693763"/>
                    </a:lnTo>
                    <a:lnTo>
                      <a:pt x="0" y="1693763"/>
                    </a:lnTo>
                    <a:lnTo>
                      <a:pt x="4639" y="1601882"/>
                    </a:lnTo>
                    <a:cubicBezTo>
                      <a:pt x="96014" y="702129"/>
                      <a:pt x="855884" y="0"/>
                      <a:pt x="1779745" y="0"/>
                    </a:cubicBez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矩形 43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74934" y="0"/>
                <a:ext cx="2379466" cy="1660525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8075999" y="5283200"/>
                <a:ext cx="3168263" cy="1584960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 userDrawn="1"/>
          </p:nvGrpSpPr>
          <p:grpSpPr>
            <a:xfrm>
              <a:off x="383382" y="4958557"/>
              <a:ext cx="521493" cy="428627"/>
              <a:chOff x="383382" y="4958557"/>
              <a:chExt cx="521493" cy="428627"/>
            </a:xfrm>
          </p:grpSpPr>
          <p:cxnSp>
            <p:nvCxnSpPr>
              <p:cNvPr id="39" name="直接连接符 38"/>
              <p:cNvCxnSpPr/>
              <p:nvPr userDrawn="1">
                <p:custDataLst>
                  <p:tags r:id="rId7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 userDrawn="1">
                <p:custDataLst>
                  <p:tags r:id="rId8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 userDrawn="1">
                <p:custDataLst>
                  <p:tags r:id="rId9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 userDrawn="1"/>
          </p:nvGrpSpPr>
          <p:grpSpPr>
            <a:xfrm rot="5400000">
              <a:off x="7319943" y="6431755"/>
              <a:ext cx="423862" cy="428627"/>
              <a:chOff x="383382" y="4958557"/>
              <a:chExt cx="521493" cy="428627"/>
            </a:xfrm>
          </p:grpSpPr>
          <p:cxnSp>
            <p:nvCxnSpPr>
              <p:cNvPr id="36" name="直接连接符 35"/>
              <p:cNvCxnSpPr/>
              <p:nvPr userDrawn="1">
                <p:custDataLst>
                  <p:tags r:id="rId10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 userDrawn="1">
                <p:custDataLst>
                  <p:tags r:id="rId11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 userDrawn="1">
                <p:custDataLst>
                  <p:tags r:id="rId12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 userDrawn="1"/>
          </p:nvGrpSpPr>
          <p:grpSpPr>
            <a:xfrm rot="5400000">
              <a:off x="5744084" y="14288"/>
              <a:ext cx="457202" cy="428627"/>
              <a:chOff x="383382" y="4958557"/>
              <a:chExt cx="521493" cy="428627"/>
            </a:xfrm>
          </p:grpSpPr>
          <p:cxnSp>
            <p:nvCxnSpPr>
              <p:cNvPr id="33" name="直接连接符 32"/>
              <p:cNvCxnSpPr/>
              <p:nvPr userDrawn="1">
                <p:custDataLst>
                  <p:tags r:id="rId1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 userDrawn="1">
                <p:custDataLst>
                  <p:tags r:id="rId1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 userDrawn="1">
                <p:custDataLst>
                  <p:tags r:id="rId1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 userDrawn="1"/>
          </p:nvGrpSpPr>
          <p:grpSpPr>
            <a:xfrm>
              <a:off x="1844952" y="1028704"/>
              <a:ext cx="8494436" cy="1579353"/>
              <a:chOff x="1844952" y="1028704"/>
              <a:chExt cx="8494436" cy="1579353"/>
            </a:xfrm>
          </p:grpSpPr>
          <p:cxnSp>
            <p:nvCxnSpPr>
              <p:cNvPr id="30" name="直接连接符 29"/>
              <p:cNvCxnSpPr/>
              <p:nvPr userDrawn="1">
                <p:custDataLst>
                  <p:tags r:id="rId16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 userDrawn="1">
                <p:custDataLst>
                  <p:tags r:id="rId17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 userDrawn="1">
                <p:custDataLst>
                  <p:tags r:id="rId18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 userDrawn="1"/>
          </p:nvGrpSpPr>
          <p:grpSpPr>
            <a:xfrm flipV="1">
              <a:off x="1844952" y="4074976"/>
              <a:ext cx="8494436" cy="1975897"/>
              <a:chOff x="1844952" y="1028704"/>
              <a:chExt cx="8494436" cy="1579353"/>
            </a:xfrm>
          </p:grpSpPr>
          <p:cxnSp>
            <p:nvCxnSpPr>
              <p:cNvPr id="27" name="直接连接符 26"/>
              <p:cNvCxnSpPr/>
              <p:nvPr userDrawn="1">
                <p:custDataLst>
                  <p:tags r:id="rId19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 userDrawn="1">
                <p:custDataLst>
                  <p:tags r:id="rId20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 userDrawn="1">
                <p:custDataLst>
                  <p:tags r:id="rId21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2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22" name="组合 21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24" name="直接连接符 23"/>
              <p:cNvCxnSpPr/>
              <p:nvPr userDrawn="1">
                <p:custDataLst>
                  <p:tags r:id="rId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任意多边形: 形状 22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9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>
            <p:custDataLst>
              <p:tags r:id="rId2"/>
            </p:custDataLst>
          </p:nvPr>
        </p:nvGrpSpPr>
        <p:grpSpPr>
          <a:xfrm>
            <a:off x="292800" y="304200"/>
            <a:ext cx="11606400" cy="6249600"/>
            <a:chOff x="292800" y="304200"/>
            <a:chExt cx="11606400" cy="6249600"/>
          </a:xfrm>
        </p:grpSpPr>
        <p:sp>
          <p:nvSpPr>
            <p:cNvPr id="34" name="矩形 33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>
              <a:off x="11407368" y="450850"/>
              <a:ext cx="379005" cy="311513"/>
              <a:chOff x="383382" y="4958557"/>
              <a:chExt cx="521493" cy="428627"/>
            </a:xfrm>
          </p:grpSpPr>
          <p:cxnSp>
            <p:nvCxnSpPr>
              <p:cNvPr id="37" name="直接连接符 36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任意多边形: 形状 35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398278" y="58498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>
            <p:custDataLst>
              <p:tags r:id="rId2"/>
            </p:custDataLst>
          </p:nvPr>
        </p:nvGrpSpPr>
        <p:grpSpPr>
          <a:xfrm>
            <a:off x="292800" y="304200"/>
            <a:ext cx="11606400" cy="6249600"/>
            <a:chOff x="292800" y="304200"/>
            <a:chExt cx="11606400" cy="6249600"/>
          </a:xfrm>
        </p:grpSpPr>
        <p:sp>
          <p:nvSpPr>
            <p:cNvPr id="21" name="矩形 20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 userDrawn="1"/>
          </p:nvGrpSpPr>
          <p:grpSpPr>
            <a:xfrm>
              <a:off x="11407368" y="450850"/>
              <a:ext cx="379005" cy="311513"/>
              <a:chOff x="383382" y="4958557"/>
              <a:chExt cx="521493" cy="428627"/>
            </a:xfrm>
          </p:grpSpPr>
          <p:cxnSp>
            <p:nvCxnSpPr>
              <p:cNvPr id="24" name="直接连接符 23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任意多边形: 形状 22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398278" y="58498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/>
          <p:cNvCxnSpPr/>
          <p:nvPr userDrawn="1">
            <p:custDataLst>
              <p:tags r:id="rId2"/>
            </p:custDataLst>
          </p:nvPr>
        </p:nvCxnSpPr>
        <p:spPr>
          <a:xfrm>
            <a:off x="5538533" y="4074977"/>
            <a:ext cx="1114934" cy="0"/>
          </a:xfrm>
          <a:prstGeom prst="line">
            <a:avLst/>
          </a:prstGeom>
          <a:ln w="63500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7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383382" y="0"/>
            <a:ext cx="10860880" cy="6868160"/>
            <a:chOff x="383382" y="0"/>
            <a:chExt cx="10860880" cy="6868160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1074934" y="0"/>
              <a:ext cx="10169328" cy="6868160"/>
              <a:chOff x="1074934" y="0"/>
              <a:chExt cx="10169328" cy="6868160"/>
            </a:xfrm>
          </p:grpSpPr>
          <p:sp>
            <p:nvSpPr>
              <p:cNvPr id="32" name="任意多边形: 形状 31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6471729" y="0"/>
                <a:ext cx="4498061" cy="2192408"/>
              </a:xfrm>
              <a:custGeom>
                <a:avLst/>
                <a:gdLst>
                  <a:gd name="connsiteX0" fmla="*/ 0 w 4498061"/>
                  <a:gd name="connsiteY0" fmla="*/ 0 h 2192408"/>
                  <a:gd name="connsiteX1" fmla="*/ 4498061 w 4498061"/>
                  <a:gd name="connsiteY1" fmla="*/ 0 h 2192408"/>
                  <a:gd name="connsiteX2" fmla="*/ 4489445 w 4498061"/>
                  <a:gd name="connsiteY2" fmla="*/ 170624 h 2192408"/>
                  <a:gd name="connsiteX3" fmla="*/ 2249030 w 4498061"/>
                  <a:gd name="connsiteY3" fmla="*/ 2192408 h 2192408"/>
                  <a:gd name="connsiteX4" fmla="*/ 8615 w 4498061"/>
                  <a:gd name="connsiteY4" fmla="*/ 170624 h 2192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1" h="2192408">
                    <a:moveTo>
                      <a:pt x="0" y="0"/>
                    </a:moveTo>
                    <a:lnTo>
                      <a:pt x="4498061" y="0"/>
                    </a:lnTo>
                    <a:lnTo>
                      <a:pt x="4489445" y="170624"/>
                    </a:lnTo>
                    <a:cubicBezTo>
                      <a:pt x="4374118" y="1306230"/>
                      <a:pt x="3415063" y="2192408"/>
                      <a:pt x="2249030" y="2192408"/>
                    </a:cubicBezTo>
                    <a:cubicBezTo>
                      <a:pt x="1082998" y="2192408"/>
                      <a:pt x="123943" y="1306230"/>
                      <a:pt x="8615" y="170624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465625" y="5164237"/>
                <a:ext cx="3559491" cy="1693763"/>
              </a:xfrm>
              <a:custGeom>
                <a:avLst/>
                <a:gdLst>
                  <a:gd name="connsiteX0" fmla="*/ 1779745 w 3559491"/>
                  <a:gd name="connsiteY0" fmla="*/ 0 h 1693763"/>
                  <a:gd name="connsiteX1" fmla="*/ 3554851 w 3559491"/>
                  <a:gd name="connsiteY1" fmla="*/ 1601882 h 1693763"/>
                  <a:gd name="connsiteX2" fmla="*/ 3559491 w 3559491"/>
                  <a:gd name="connsiteY2" fmla="*/ 1693763 h 1693763"/>
                  <a:gd name="connsiteX3" fmla="*/ 0 w 3559491"/>
                  <a:gd name="connsiteY3" fmla="*/ 1693763 h 1693763"/>
                  <a:gd name="connsiteX4" fmla="*/ 4639 w 3559491"/>
                  <a:gd name="connsiteY4" fmla="*/ 1601882 h 1693763"/>
                  <a:gd name="connsiteX5" fmla="*/ 1779745 w 3559491"/>
                  <a:gd name="connsiteY5" fmla="*/ 0 h 1693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9491" h="1693763">
                    <a:moveTo>
                      <a:pt x="1779745" y="0"/>
                    </a:moveTo>
                    <a:cubicBezTo>
                      <a:pt x="2703606" y="0"/>
                      <a:pt x="3463476" y="702129"/>
                      <a:pt x="3554851" y="1601882"/>
                    </a:cubicBezTo>
                    <a:lnTo>
                      <a:pt x="3559491" y="1693763"/>
                    </a:lnTo>
                    <a:lnTo>
                      <a:pt x="0" y="1693763"/>
                    </a:lnTo>
                    <a:lnTo>
                      <a:pt x="4639" y="1601882"/>
                    </a:lnTo>
                    <a:cubicBezTo>
                      <a:pt x="96014" y="702129"/>
                      <a:pt x="855884" y="0"/>
                      <a:pt x="1779745" y="0"/>
                    </a:cubicBez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矩形 33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1074934" y="0"/>
                <a:ext cx="2379466" cy="1660525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8075999" y="5283200"/>
                <a:ext cx="3168263" cy="1584960"/>
              </a:xfrm>
              <a:prstGeom prst="rect">
                <a:avLst/>
              </a:prstGeom>
              <a:solidFill>
                <a:schemeClr val="tx2"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 userDrawn="1"/>
          </p:nvGrpSpPr>
          <p:grpSpPr>
            <a:xfrm>
              <a:off x="383382" y="4958557"/>
              <a:ext cx="521493" cy="428627"/>
              <a:chOff x="383382" y="4958557"/>
              <a:chExt cx="521493" cy="428627"/>
            </a:xfrm>
          </p:grpSpPr>
          <p:cxnSp>
            <p:nvCxnSpPr>
              <p:cNvPr id="29" name="直接连接符 28"/>
              <p:cNvCxnSpPr/>
              <p:nvPr userDrawn="1">
                <p:custDataLst>
                  <p:tags r:id="rId8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 userDrawn="1">
                <p:custDataLst>
                  <p:tags r:id="rId9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 userDrawn="1">
                <p:custDataLst>
                  <p:tags r:id="rId10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 userDrawn="1"/>
          </p:nvGrpSpPr>
          <p:grpSpPr>
            <a:xfrm rot="5400000">
              <a:off x="7319943" y="6431755"/>
              <a:ext cx="423862" cy="428627"/>
              <a:chOff x="383382" y="4958557"/>
              <a:chExt cx="521493" cy="428627"/>
            </a:xfrm>
          </p:grpSpPr>
          <p:cxnSp>
            <p:nvCxnSpPr>
              <p:cNvPr id="26" name="直接连接符 25"/>
              <p:cNvCxnSpPr/>
              <p:nvPr userDrawn="1">
                <p:custDataLst>
                  <p:tags r:id="rId11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 userDrawn="1">
                <p:custDataLst>
                  <p:tags r:id="rId12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 userDrawn="1">
                <p:custDataLst>
                  <p:tags r:id="rId13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 userDrawn="1"/>
          </p:nvGrpSpPr>
          <p:grpSpPr>
            <a:xfrm rot="5400000">
              <a:off x="5744084" y="14288"/>
              <a:ext cx="457202" cy="428627"/>
              <a:chOff x="383382" y="4958557"/>
              <a:chExt cx="521493" cy="428627"/>
            </a:xfrm>
          </p:grpSpPr>
          <p:cxnSp>
            <p:nvCxnSpPr>
              <p:cNvPr id="23" name="直接连接符 22"/>
              <p:cNvCxnSpPr/>
              <p:nvPr userDrawn="1">
                <p:custDataLst>
                  <p:tags r:id="rId1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 userDrawn="1">
                <p:custDataLst>
                  <p:tags r:id="rId1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 userDrawn="1">
                <p:custDataLst>
                  <p:tags r:id="rId1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/>
            <p:cNvGrpSpPr/>
            <p:nvPr userDrawn="1"/>
          </p:nvGrpSpPr>
          <p:grpSpPr>
            <a:xfrm>
              <a:off x="1844952" y="1028704"/>
              <a:ext cx="8494436" cy="1579353"/>
              <a:chOff x="1844952" y="1028704"/>
              <a:chExt cx="8494436" cy="1579353"/>
            </a:xfrm>
          </p:grpSpPr>
          <p:cxnSp>
            <p:nvCxnSpPr>
              <p:cNvPr id="20" name="直接连接符 19"/>
              <p:cNvCxnSpPr/>
              <p:nvPr userDrawn="1">
                <p:custDataLst>
                  <p:tags r:id="rId17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 userDrawn="1">
                <p:custDataLst>
                  <p:tags r:id="rId18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 userDrawn="1">
                <p:custDataLst>
                  <p:tags r:id="rId19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 userDrawn="1"/>
          </p:nvGrpSpPr>
          <p:grpSpPr>
            <a:xfrm flipV="1">
              <a:off x="1844952" y="4074976"/>
              <a:ext cx="8494436" cy="1975897"/>
              <a:chOff x="1844952" y="1028704"/>
              <a:chExt cx="8494436" cy="1579353"/>
            </a:xfrm>
          </p:grpSpPr>
          <p:cxnSp>
            <p:nvCxnSpPr>
              <p:cNvPr id="17" name="直接连接符 16"/>
              <p:cNvCxnSpPr/>
              <p:nvPr userDrawn="1">
                <p:custDataLst>
                  <p:tags r:id="rId20"/>
                </p:custDataLst>
              </p:nvPr>
            </p:nvCxnSpPr>
            <p:spPr>
              <a:xfrm flipV="1">
                <a:off x="1881257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 userDrawn="1">
                <p:custDataLst>
                  <p:tags r:id="rId21"/>
                </p:custDataLst>
              </p:nvPr>
            </p:nvCxnSpPr>
            <p:spPr>
              <a:xfrm flipV="1">
                <a:off x="10308674" y="1057553"/>
                <a:ext cx="0" cy="1550504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 userDrawn="1">
                <p:custDataLst>
                  <p:tags r:id="rId22"/>
                </p:custDataLst>
              </p:nvPr>
            </p:nvCxnSpPr>
            <p:spPr>
              <a:xfrm flipH="1">
                <a:off x="1844952" y="1028704"/>
                <a:ext cx="8494436" cy="0"/>
              </a:xfrm>
              <a:prstGeom prst="line">
                <a:avLst/>
              </a:prstGeom>
              <a:ln w="63500">
                <a:gradFill flip="none" rotWithShape="1">
                  <a:gsLst>
                    <a:gs pos="0">
                      <a:schemeClr val="accent1"/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6"/>
            </p:custDataLst>
          </p:nvPr>
        </p:nvSpPr>
        <p:spPr>
          <a:xfrm>
            <a:off x="2815573" y="2943093"/>
            <a:ext cx="6560820" cy="1014730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2815573" y="4232960"/>
            <a:ext cx="6560820" cy="803497"/>
          </a:xfrm>
        </p:spPr>
        <p:txBody>
          <a:bodyPr lIns="90170" tIns="46990" rIns="90170" bIns="46990"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>
            <p:custDataLst>
              <p:tags r:id="rId2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6" name="组合 5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15" name="直接连接符 14"/>
              <p:cNvCxnSpPr/>
              <p:nvPr userDrawn="1">
                <p:custDataLst>
                  <p:tags r:id="rId3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任意多边形: 形状 17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r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>
            <p:custDataLst>
              <p:tags r:id="rId2"/>
            </p:custDataLst>
          </p:nvPr>
        </p:nvGrpSpPr>
        <p:grpSpPr>
          <a:xfrm>
            <a:off x="292800" y="304200"/>
            <a:ext cx="11606400" cy="6249600"/>
            <a:chOff x="292800" y="304200"/>
            <a:chExt cx="11606400" cy="62496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 userDrawn="1"/>
          </p:nvGrpSpPr>
          <p:grpSpPr>
            <a:xfrm>
              <a:off x="11407368" y="450850"/>
              <a:ext cx="379005" cy="311513"/>
              <a:chOff x="383382" y="4958557"/>
              <a:chExt cx="521493" cy="428627"/>
            </a:xfrm>
          </p:grpSpPr>
          <p:cxnSp>
            <p:nvCxnSpPr>
              <p:cNvPr id="24" name="直接连接符 23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任意多边形: 形状 22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398278" y="58498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/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24" name="组合 23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26" name="直接连接符 25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: 形状 24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2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3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/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14" name="直接连接符 13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任意多边形: 形状 12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wn/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29" name="组合 28"/>
          <p:cNvGrpSpPr/>
          <p:nvPr userDrawn="1">
            <p:custDataLst>
              <p:tags r:id="rId3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30" name="组合 29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32" name="直接连接符 31"/>
              <p:cNvCxnSpPr/>
              <p:nvPr userDrawn="1">
                <p:custDataLst>
                  <p:tags r:id="rId4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 userDrawn="1">
                <p:custDataLst>
                  <p:tags r:id="rId5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 userDrawn="1">
                <p:custDataLst>
                  <p:tags r:id="rId6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任意多边形: 形状 30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2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3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>
            <p:custDataLst>
              <p:tags r:id="rId11"/>
            </p:custDataLst>
          </p:nvPr>
        </p:nvGrpSpPr>
        <p:grpSpPr>
          <a:xfrm>
            <a:off x="157618" y="443230"/>
            <a:ext cx="11674475" cy="6414770"/>
            <a:chOff x="157618" y="443230"/>
            <a:chExt cx="11674475" cy="6414770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11310600" y="443230"/>
              <a:ext cx="521493" cy="428627"/>
              <a:chOff x="383382" y="4958557"/>
              <a:chExt cx="521493" cy="428627"/>
            </a:xfrm>
          </p:grpSpPr>
          <p:cxnSp>
            <p:nvCxnSpPr>
              <p:cNvPr id="25" name="直接连接符 24"/>
              <p:cNvCxnSpPr/>
              <p:nvPr userDrawn="1">
                <p:custDataLst>
                  <p:tags r:id="rId12"/>
                </p:custDataLst>
              </p:nvPr>
            </p:nvCxnSpPr>
            <p:spPr>
              <a:xfrm>
                <a:off x="383382" y="4958557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 userDrawn="1">
                <p:custDataLst>
                  <p:tags r:id="rId13"/>
                </p:custDataLst>
              </p:nvPr>
            </p:nvCxnSpPr>
            <p:spPr>
              <a:xfrm>
                <a:off x="383382" y="5172871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 userDrawn="1">
                <p:custDataLst>
                  <p:tags r:id="rId14"/>
                </p:custDataLst>
              </p:nvPr>
            </p:nvCxnSpPr>
            <p:spPr>
              <a:xfrm>
                <a:off x="383382" y="5387184"/>
                <a:ext cx="521493" cy="0"/>
              </a:xfrm>
              <a:prstGeom prst="line">
                <a:avLst/>
              </a:prstGeom>
              <a:ln w="635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57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任意多边形: 形状 23"/>
            <p:cNvSpPr/>
            <p:nvPr userDrawn="1">
              <p:custDataLst>
                <p:tags r:id="rId15"/>
              </p:custDataLst>
            </p:nvPr>
          </p:nvSpPr>
          <p:spPr>
            <a:xfrm rot="10800000">
              <a:off x="157618" y="6154057"/>
              <a:ext cx="1444247" cy="703943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istba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>
            <p:custDataLst>
              <p:tags r:id="rId2"/>
            </p:custDataLst>
          </p:nvPr>
        </p:nvGrpSpPr>
        <p:grpSpPr>
          <a:xfrm>
            <a:off x="1465625" y="0"/>
            <a:ext cx="9504165" cy="6858000"/>
            <a:chOff x="1465625" y="0"/>
            <a:chExt cx="9504165" cy="6858000"/>
          </a:xfrm>
        </p:grpSpPr>
        <p:sp>
          <p:nvSpPr>
            <p:cNvPr id="63" name="任意多边形: 形状 62"/>
            <p:cNvSpPr/>
            <p:nvPr userDrawn="1">
              <p:custDataLst>
                <p:tags r:id="rId3"/>
              </p:custDataLst>
            </p:nvPr>
          </p:nvSpPr>
          <p:spPr>
            <a:xfrm>
              <a:off x="6471729" y="0"/>
              <a:ext cx="4498061" cy="2192408"/>
            </a:xfrm>
            <a:custGeom>
              <a:avLst/>
              <a:gdLst>
                <a:gd name="connsiteX0" fmla="*/ 0 w 4498061"/>
                <a:gd name="connsiteY0" fmla="*/ 0 h 2192408"/>
                <a:gd name="connsiteX1" fmla="*/ 4498061 w 4498061"/>
                <a:gd name="connsiteY1" fmla="*/ 0 h 2192408"/>
                <a:gd name="connsiteX2" fmla="*/ 4489445 w 4498061"/>
                <a:gd name="connsiteY2" fmla="*/ 170624 h 2192408"/>
                <a:gd name="connsiteX3" fmla="*/ 2249030 w 4498061"/>
                <a:gd name="connsiteY3" fmla="*/ 2192408 h 2192408"/>
                <a:gd name="connsiteX4" fmla="*/ 8615 w 4498061"/>
                <a:gd name="connsiteY4" fmla="*/ 170624 h 219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1" h="2192408">
                  <a:moveTo>
                    <a:pt x="0" y="0"/>
                  </a:moveTo>
                  <a:lnTo>
                    <a:pt x="4498061" y="0"/>
                  </a:lnTo>
                  <a:lnTo>
                    <a:pt x="4489445" y="170624"/>
                  </a:lnTo>
                  <a:cubicBezTo>
                    <a:pt x="4374118" y="1306230"/>
                    <a:pt x="3415063" y="2192408"/>
                    <a:pt x="2249030" y="2192408"/>
                  </a:cubicBezTo>
                  <a:cubicBezTo>
                    <a:pt x="1082998" y="2192408"/>
                    <a:pt x="123943" y="1306230"/>
                    <a:pt x="8615" y="170624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/>
            <p:cNvSpPr/>
            <p:nvPr userDrawn="1">
              <p:custDataLst>
                <p:tags r:id="rId4"/>
              </p:custDataLst>
            </p:nvPr>
          </p:nvSpPr>
          <p:spPr>
            <a:xfrm>
              <a:off x="1465625" y="5164237"/>
              <a:ext cx="3559491" cy="1693763"/>
            </a:xfrm>
            <a:custGeom>
              <a:avLst/>
              <a:gdLst>
                <a:gd name="connsiteX0" fmla="*/ 1779745 w 3559491"/>
                <a:gd name="connsiteY0" fmla="*/ 0 h 1693763"/>
                <a:gd name="connsiteX1" fmla="*/ 3554851 w 3559491"/>
                <a:gd name="connsiteY1" fmla="*/ 1601882 h 1693763"/>
                <a:gd name="connsiteX2" fmla="*/ 3559491 w 3559491"/>
                <a:gd name="connsiteY2" fmla="*/ 1693763 h 1693763"/>
                <a:gd name="connsiteX3" fmla="*/ 0 w 3559491"/>
                <a:gd name="connsiteY3" fmla="*/ 1693763 h 1693763"/>
                <a:gd name="connsiteX4" fmla="*/ 4639 w 3559491"/>
                <a:gd name="connsiteY4" fmla="*/ 1601882 h 1693763"/>
                <a:gd name="connsiteX5" fmla="*/ 1779745 w 3559491"/>
                <a:gd name="connsiteY5" fmla="*/ 0 h 169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59491" h="1693763">
                  <a:moveTo>
                    <a:pt x="1779745" y="0"/>
                  </a:moveTo>
                  <a:cubicBezTo>
                    <a:pt x="2703606" y="0"/>
                    <a:pt x="3463476" y="702129"/>
                    <a:pt x="3554851" y="1601882"/>
                  </a:cubicBezTo>
                  <a:lnTo>
                    <a:pt x="3559491" y="1693763"/>
                  </a:lnTo>
                  <a:lnTo>
                    <a:pt x="0" y="1693763"/>
                  </a:lnTo>
                  <a:lnTo>
                    <a:pt x="4639" y="1601882"/>
                  </a:lnTo>
                  <a:cubicBezTo>
                    <a:pt x="96014" y="702129"/>
                    <a:pt x="855884" y="0"/>
                    <a:pt x="1779745" y="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25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400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hemeOverride" Target="../theme/themeOverride2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hemeOverride" Target="../theme/themeOverride3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jpeg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2" Type="http://schemas.openxmlformats.org/officeDocument/2006/relationships/slideLayout" Target="../slideLayouts/slideLayout6.xml"/><Relationship Id="rId11" Type="http://schemas.openxmlformats.org/officeDocument/2006/relationships/themeOverride" Target="../theme/themeOverride4.xml"/><Relationship Id="rId10" Type="http://schemas.openxmlformats.org/officeDocument/2006/relationships/tags" Target="../tags/tag271.xml"/><Relationship Id="rId1" Type="http://schemas.openxmlformats.org/officeDocument/2006/relationships/tags" Target="../tags/tag26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hemeOverride" Target="../theme/themeOverride5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hemeOverride" Target="../theme/themeOverride6.xml"/><Relationship Id="rId5" Type="http://schemas.openxmlformats.org/officeDocument/2006/relationships/tags" Target="../tags/tag279.xml"/><Relationship Id="rId4" Type="http://schemas.openxmlformats.org/officeDocument/2006/relationships/image" Target="../media/image7.png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hemeOverride" Target="../theme/themeOverride7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hemeOverride" Target="../theme/themeOverride8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6.xml"/><Relationship Id="rId7" Type="http://schemas.openxmlformats.org/officeDocument/2006/relationships/themeOverride" Target="../theme/themeOverride9.xml"/><Relationship Id="rId6" Type="http://schemas.openxmlformats.org/officeDocument/2006/relationships/tags" Target="../tags/tag290.xml"/><Relationship Id="rId5" Type="http://schemas.openxmlformats.org/officeDocument/2006/relationships/image" Target="../media/image8.emf"/><Relationship Id="rId4" Type="http://schemas.openxmlformats.org/officeDocument/2006/relationships/oleObject" Target="file:///C:\Users\LENOVO\AppData\Local\Packages\5319275A.WhatsAppDesktop_cv1g1gvanyjgm\LocalState\sessions\909B165B4782FEE0B476A0719617918B564EB70D\transfers\2026-01\AICT LAB FINAL PROJECT WORD.docx!OLE_LINK1" TargetMode="Externa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hemeOverride" Target="../theme/themeOverride10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810510" y="1390650"/>
            <a:ext cx="6080760" cy="972185"/>
          </a:xfrm>
        </p:spPr>
        <p:txBody>
          <a:bodyPr>
            <a:normAutofit fontScale="90000"/>
          </a:bodyPr>
          <a:lstStyle/>
          <a:p>
            <a:r>
              <a:rPr lang="en-US" altLang="en-US" sz="4445" smtClean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Netflix Clone Website Project</a:t>
            </a:r>
            <a:endParaRPr lang="en-US" altLang="en-US" sz="4445" dirty="0" smtClean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810510" y="2362885"/>
            <a:ext cx="6187442" cy="530145"/>
          </a:xfrm>
        </p:spPr>
        <p:txBody>
          <a:bodyPr>
            <a:normAutofit fontScale="25000"/>
          </a:bodyPr>
          <a:lstStyle/>
          <a:p>
            <a:pPr algn="l"/>
            <a:r>
              <a:rPr lang="en-US" altLang="en-US" sz="8000" b="1" smtClean="0">
                <a:latin typeface="Times New Roman" panose="02020603050405020304" charset="0"/>
                <a:cs typeface="Times New Roman" panose="02020603050405020304" charset="0"/>
              </a:rPr>
              <a:t>Group members:</a:t>
            </a:r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SAAD ALI   216</a:t>
            </a:r>
            <a:endParaRPr lang="en-US" altLang="en-US" sz="8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KHUZAIMA 221</a:t>
            </a:r>
            <a:endParaRPr lang="en-US" altLang="en-US" sz="8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ZESHAN    231</a:t>
            </a:r>
            <a:endParaRPr lang="en-US" altLang="en-US" sz="8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JUNAID     193</a:t>
            </a:r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8000" b="1" smtClean="0">
                <a:latin typeface="Times New Roman" panose="02020603050405020304" charset="0"/>
                <a:cs typeface="Times New Roman" panose="02020603050405020304" charset="0"/>
              </a:rPr>
              <a:t>Instructor Name:</a:t>
            </a:r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Miss Ramsha</a:t>
            </a:r>
            <a:endParaRPr lang="en-US" altLang="en-US" sz="8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8000" smtClean="0">
                <a:latin typeface="Times New Roman" panose="02020603050405020304" charset="0"/>
                <a:cs typeface="Times New Roman" panose="02020603050405020304" charset="0"/>
              </a:rPr>
              <a:t>Usman Ishfaq</a:t>
            </a:r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8000" b="1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725285" y="214630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44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729029" y="161925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</a:rPr>
              <a:t>AICT LAB</a:t>
            </a:r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941955" y="2042160"/>
            <a:ext cx="5621020" cy="3000375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Clone Netflix-style UI for learning purposes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Practice HTML, CSS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Apply responsive web design principles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Support website using Excel-based data analysis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3"/>
            </p:custDataLst>
          </p:nvPr>
        </p:nvSpPr>
        <p:spPr>
          <a:xfrm>
            <a:off x="2006600" y="1105535"/>
            <a:ext cx="4089400" cy="768350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/>
          </a:bodyPr>
          <a:lstStyle/>
          <a:p>
            <a:pPr algn="ctr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Project Objectives: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449820" y="298450"/>
            <a:ext cx="2689860" cy="608965"/>
          </a:xfrm>
          <a:prstGeom prst="rect">
            <a:avLst/>
          </a:prstGeom>
          <a:noFill/>
        </p:spPr>
        <p:txBody>
          <a:bodyPr wrap="square" rtlCol="0" anchor="ctr" anchorCtr="0">
            <a:normAutofit fontScale="60000"/>
          </a:bodyPr>
          <a:lstStyle/>
          <a:p>
            <a:pPr algn="ctr"/>
            <a:r>
              <a:rPr lang="en-US" altLang="zh-CN" sz="5145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44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ctr"/>
            <a:endParaRPr lang="en-US" altLang="zh-CN" sz="4400" dirty="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701290" y="1901190"/>
            <a:ext cx="5822950" cy="31572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Netflix-inspired homepage layout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Categorized movie sections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Static front-end website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Educational and non-commercial project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淘宝店chenying0907 18"/>
          <p:cNvSpPr txBox="1"/>
          <p:nvPr>
            <p:custDataLst>
              <p:tags r:id="rId3"/>
            </p:custDataLst>
          </p:nvPr>
        </p:nvSpPr>
        <p:spPr>
          <a:xfrm>
            <a:off x="1988820" y="1080770"/>
            <a:ext cx="4107180" cy="820420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/>
          </a:bodyPr>
          <a:lstStyle/>
          <a:p>
            <a:pPr algn="ctr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Website Overview: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466139" y="340360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40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ctr"/>
            <a:endParaRPr lang="en-US" altLang="zh-CN" sz="4000" dirty="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212975" y="1671955"/>
            <a:ext cx="4534535" cy="1757045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Hero banner with featured content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Horizontal scrolling movie rows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Dark theme UI for cinematic feel</a:t>
            </a:r>
            <a:endParaRPr lang="en-US" altLang="zh-CN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3"/>
            </p:custDataLst>
          </p:nvPr>
        </p:nvSpPr>
        <p:spPr>
          <a:xfrm>
            <a:off x="1937385" y="1049020"/>
            <a:ext cx="3994150" cy="768350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/>
          </a:bodyPr>
          <a:lstStyle/>
          <a:p>
            <a:pPr algn="ctr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Home Page Demo: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2" name="Picture 1" descr="N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595" y="1108710"/>
            <a:ext cx="1082675" cy="2406650"/>
          </a:xfrm>
          <a:prstGeom prst="rect">
            <a:avLst/>
          </a:prstGeom>
        </p:spPr>
      </p:pic>
      <p:pic>
        <p:nvPicPr>
          <p:cNvPr id="3" name="Picture 2" descr="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235" y="1076325"/>
            <a:ext cx="1097280" cy="2439035"/>
          </a:xfrm>
          <a:prstGeom prst="rect">
            <a:avLst/>
          </a:prstGeom>
        </p:spPr>
      </p:pic>
      <p:pic>
        <p:nvPicPr>
          <p:cNvPr id="4" name="Picture 3" descr="N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7595" y="3488055"/>
            <a:ext cx="1099185" cy="2443480"/>
          </a:xfrm>
          <a:prstGeom prst="rect">
            <a:avLst/>
          </a:prstGeom>
        </p:spPr>
      </p:pic>
      <p:pic>
        <p:nvPicPr>
          <p:cNvPr id="5" name="Picture 4" descr="N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9580" y="3515360"/>
            <a:ext cx="1085850" cy="2413635"/>
          </a:xfrm>
          <a:prstGeom prst="rect">
            <a:avLst/>
          </a:prstGeom>
        </p:spPr>
      </p:pic>
      <p:pic>
        <p:nvPicPr>
          <p:cNvPr id="6" name="Picture 5" descr="N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7595" y="3557905"/>
            <a:ext cx="1090930" cy="2425065"/>
          </a:xfrm>
          <a:prstGeom prst="rect">
            <a:avLst/>
          </a:prstGeom>
        </p:spPr>
      </p:pic>
      <p:pic>
        <p:nvPicPr>
          <p:cNvPr id="7" name="Picture 6" descr="N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7220" y="3557905"/>
            <a:ext cx="1090295" cy="242506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729029" y="356870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ctr"/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616200" y="2174240"/>
            <a:ext cx="6219190" cy="25095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Categories: Trending Now, Originals, Action, Comedy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Grid-based layout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Easy navigation and readability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3"/>
            </p:custDataLst>
          </p:nvPr>
        </p:nvSpPr>
        <p:spPr>
          <a:xfrm>
            <a:off x="1946275" y="1125220"/>
            <a:ext cx="3914775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l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Content: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613459" y="440690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44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ctr"/>
            <a:endParaRPr lang="en-US" altLang="zh-CN" sz="4400" dirty="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2"/>
            </p:custDataLst>
          </p:nvPr>
        </p:nvSpPr>
        <p:spPr>
          <a:xfrm>
            <a:off x="1936115" y="1056640"/>
            <a:ext cx="7208520" cy="1216025"/>
          </a:xfrm>
          <a:prstGeom prst="rect">
            <a:avLst/>
          </a:prstGeom>
          <a:noFill/>
        </p:spPr>
        <p:txBody>
          <a:bodyPr wrap="square" rtlCol="0" anchor="ctr" anchorCtr="0">
            <a:normAutofit fontScale="25000"/>
          </a:bodyPr>
          <a:lstStyle/>
          <a:p>
            <a:pPr algn="l"/>
            <a:r>
              <a:rPr lang="en-US" altLang="en-US" sz="128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Excel Data (Raw &amp; Calculations):</a:t>
            </a:r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13635" y="2070735"/>
            <a:ext cx="6998970" cy="295148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Raw Data: categories, titles, monthly views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Calculations using: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SUM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AVERAGE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COUNTIF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Data validation dropdown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Conditional formatting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Picture 5" descr="EXC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705" y="2771775"/>
            <a:ext cx="4438650" cy="13144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8"/>
          <p:cNvSpPr txBox="1"/>
          <p:nvPr>
            <p:custDataLst>
              <p:tags r:id="rId2"/>
            </p:custDataLst>
          </p:nvPr>
        </p:nvSpPr>
        <p:spPr>
          <a:xfrm>
            <a:off x="1926590" y="1035685"/>
            <a:ext cx="5650230" cy="1200150"/>
          </a:xfrm>
          <a:prstGeom prst="rect">
            <a:avLst/>
          </a:prstGeom>
          <a:noFill/>
        </p:spPr>
        <p:txBody>
          <a:bodyPr wrap="square" rtlCol="0">
            <a:normAutofit fontScale="47500"/>
          </a:bodyPr>
          <a:lstStyle/>
          <a:p>
            <a:pPr algn="just"/>
            <a:r>
              <a:rPr lang="en-US" altLang="en-US" sz="7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Excel Dashboard &amp; Chart:</a:t>
            </a:r>
            <a:endParaRPr lang="en-US" altLang="en-US" sz="72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2107565" y="1710055"/>
            <a:ext cx="7014845" cy="2968625"/>
          </a:xfrm>
        </p:spPr>
        <p:txBody>
          <a:bodyPr>
            <a:normAutofit fontScale="25000"/>
          </a:bodyPr>
          <a:lstStyle/>
          <a:p>
            <a:pPr algn="just"/>
            <a:r>
              <a:rPr lang="en-US" altLang="en-US" sz="9600" b="1" dirty="0">
                <a:latin typeface="Times New Roman" panose="02020603050405020304" charset="0"/>
                <a:cs typeface="Times New Roman" panose="02020603050405020304" charset="0"/>
              </a:rPr>
              <a:t>Chart: Content Views by Category</a:t>
            </a:r>
            <a:endParaRPr lang="en-US" altLang="en-US" sz="9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8000" dirty="0">
                <a:latin typeface="Times New Roman" panose="02020603050405020304" charset="0"/>
                <a:cs typeface="Times New Roman" panose="02020603050405020304" charset="0"/>
              </a:rPr>
              <a:t>Trending Now: 1140</a:t>
            </a:r>
            <a:endParaRPr lang="en-US" altLang="en-US" sz="8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8000" dirty="0">
                <a:latin typeface="Times New Roman" panose="02020603050405020304" charset="0"/>
                <a:cs typeface="Times New Roman" panose="02020603050405020304" charset="0"/>
              </a:rPr>
              <a:t>Netflix Originals: 880</a:t>
            </a:r>
            <a:endParaRPr lang="en-US" altLang="en-US" sz="8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8000" dirty="0">
                <a:latin typeface="Times New Roman" panose="02020603050405020304" charset="0"/>
                <a:cs typeface="Times New Roman" panose="02020603050405020304" charset="0"/>
              </a:rPr>
              <a:t>Action Movies: 430</a:t>
            </a:r>
            <a:endParaRPr lang="en-US" altLang="en-US" sz="8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8000" dirty="0">
                <a:latin typeface="Times New Roman" panose="02020603050405020304" charset="0"/>
                <a:cs typeface="Times New Roman" panose="02020603050405020304" charset="0"/>
              </a:rPr>
              <a:t>Comedy Movies: 390</a:t>
            </a:r>
            <a:endParaRPr lang="en-US" altLang="en-US" sz="8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5289550" y="229362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850380" y="1466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584884" y="459740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44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r"/>
            <a:endParaRPr lang="en-US" altLang="zh-CN" sz="4400" dirty="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395220" y="1769745"/>
            <a:ext cx="6400800" cy="236601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Dark background with red highlights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Netflix-style typography Grid and row-based layout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Minimal UI focusing on content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3"/>
            </p:custDataLst>
          </p:nvPr>
        </p:nvSpPr>
        <p:spPr>
          <a:xfrm>
            <a:off x="1946275" y="1125220"/>
            <a:ext cx="3914775" cy="768350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/>
          </a:bodyPr>
          <a:lstStyle/>
          <a:p>
            <a:pPr algn="l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Design Decisions: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594409" y="393065"/>
            <a:ext cx="2690159" cy="7683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</a:endParaRPr>
          </a:p>
          <a:p>
            <a:pPr algn="ctr"/>
            <a:endParaRPr lang="en-US" altLang="zh-CN" sz="3600" dirty="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395220" y="1769745"/>
            <a:ext cx="6689090" cy="319278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GitHub Pages: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GitHub Repository: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240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  <a:sym typeface="+mn-ea"/>
              </a:rPr>
              <a:t>      https://github.com/username/netflix-clone </a:t>
            </a:r>
            <a:endParaRPr lang="en-US" altLang="en-US" sz="240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淘宝店chenying0907 18"/>
          <p:cNvSpPr txBox="1"/>
          <p:nvPr>
            <p:custDataLst>
              <p:tags r:id="rId3"/>
            </p:custDataLst>
          </p:nvPr>
        </p:nvSpPr>
        <p:spPr>
          <a:xfrm>
            <a:off x="1946275" y="1038860"/>
            <a:ext cx="6685280" cy="1143635"/>
          </a:xfrm>
          <a:prstGeom prst="rect">
            <a:avLst/>
          </a:prstGeom>
          <a:noFill/>
        </p:spPr>
        <p:txBody>
          <a:bodyPr wrap="square" rtlCol="0" anchor="ctr" anchorCtr="0">
            <a:normAutofit fontScale="70000"/>
          </a:bodyPr>
          <a:lstStyle/>
          <a:p>
            <a:pPr algn="l"/>
            <a:r>
              <a:rPr lang="en-US" altLang="en-US" sz="4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rPr>
              <a:t>Design Live Demo &amp; GitHub Live Website : </a:t>
            </a:r>
            <a:endParaRPr lang="en-US" altLang="en-US" sz="4400" b="1" kern="100" dirty="0">
              <a:solidFill>
                <a:schemeClr val="accent6">
                  <a:lumMod val="60000"/>
                  <a:lumOff val="40000"/>
                </a:schemeClr>
              </a:solidFill>
              <a:uFillTx/>
              <a:latin typeface="Times New Roman" panose="02020603050405020304" charset="0"/>
              <a:ea typeface="Microsoft YaHei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44800" y="3032760"/>
          <a:ext cx="7851228" cy="27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4" imgW="4803775" imgH="167640" progId="Word.Document.8">
                  <p:link updateAutomatic="1"/>
                </p:oleObj>
              </mc:Choice>
              <mc:Fallback>
                <p:oleObj name="" r:id="rId4" imgW="4803775" imgH="167640" progId="Word.Document.8">
                  <p:link updateAutomatic="1"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4800" y="3032760"/>
                        <a:ext cx="7851228" cy="274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49450" y="1029335"/>
            <a:ext cx="6858000" cy="69723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Reflection &amp; Next Steps: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401570" y="1789430"/>
            <a:ext cx="7426325" cy="3689350"/>
          </a:xfrm>
        </p:spPr>
        <p:txBody>
          <a:bodyPr>
            <a:normAutofit lnSpcReduction="20000"/>
          </a:bodyPr>
          <a:lstStyle/>
          <a:p>
            <a:pPr algn="just">
              <a:buFont typeface="Arial" panose="020B0604020202020204" pitchFamily="34" charset="0"/>
            </a:pPr>
            <a:r>
              <a:rPr lang="en-US" altLang="en-US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We Learned:</a:t>
            </a:r>
            <a:endParaRPr lang="en-US" altLang="en-US" b="1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UI/UX design principles 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Front-end project structuring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Excel data integration 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buFont typeface="Arial" panose="020B0604020202020204" pitchFamily="34" charset="0"/>
            </a:pPr>
            <a:r>
              <a:rPr lang="en-US" altLang="en-US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Improvements:</a:t>
            </a:r>
            <a:endParaRPr lang="en-US" altLang="en-US" b="1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Backend &amp; authentication 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Real-time API data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Improved accessibility</a:t>
            </a:r>
            <a:endParaRPr lang="en-US" altLang="en-US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139305" y="1949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dirty="0">
                <a:solidFill>
                  <a:schemeClr val="bg1"/>
                </a:solidFill>
                <a:uFillTx/>
                <a:latin typeface="Times New Roman" panose="02020603050405020304" charset="0"/>
                <a:ea typeface="汉仪旗黑-85S" panose="00020600040101010101" pitchFamily="18" charset="-122"/>
                <a:cs typeface="Times New Roman" panose="02020603050405020304" charset="0"/>
                <a:sym typeface="+mn-ea"/>
              </a:rPr>
              <a:t>AICT LAB</a:t>
            </a:r>
            <a:endParaRPr lang="en-US" altLang="zh-CN" sz="3600" dirty="0">
              <a:solidFill>
                <a:schemeClr val="bg1"/>
              </a:solidFill>
              <a:uFillTx/>
              <a:latin typeface="Times New Roman" panose="02020603050405020304" charset="0"/>
              <a:ea typeface="汉仪旗黑-85S" panose="00020600040101010101" pitchFamily="18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8"/>
  <p:tag name="KSO_WM_UNIT_LAYERLEVEL" val="1"/>
  <p:tag name="KSO_WM_TAG_VERSION" val="1.0"/>
  <p:tag name="KSO_WM_BEAUTIFY_FLAG" val="#wm#"/>
  <p:tag name="KSO_WM_UNIT_TYPE" val="y"/>
  <p:tag name="KSO_WM_UNIT_INDEX" val="8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2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2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2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20"/>
  <p:tag name="KSO_WM_TEMPLATE_THUMBS_INDEX" val="1、4、7、8、9、10、11、12、13、14、15"/>
  <p:tag name="KSO_WM_TEMPLATE_MASTER_THUMB_INDEX" val="12"/>
</p:tagLst>
</file>

<file path=ppt/tags/tag257.xml><?xml version="1.0" encoding="utf-8"?>
<p:tagLst xmlns:p="http://schemas.openxmlformats.org/presentationml/2006/main">
  <p:tag name="KSO_WM_UNIT_ISCONTENTSTITLE" val="0"/>
  <p:tag name="KSO_WM_UNIT_PRESET_TEXT" val="Simple Work Report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20_1*a*1"/>
  <p:tag name="KSO_WM_TEMPLATE_CATEGORY" val="custom"/>
  <p:tag name="KSO_WM_TEMPLATE_INDEX" val="20202620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ISCONTENTSTITLE" val="0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20_1*b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PRESET_TEXT" val="Click here to add a subtitle"/>
</p:tagLst>
</file>

<file path=ppt/tags/tag259.xml><?xml version="1.0" encoding="utf-8"?>
<p:tagLst xmlns:p="http://schemas.openxmlformats.org/presentationml/2006/main">
  <p:tag name="KSO_WM_SLIDE_ID" val="custom20202620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20"/>
  <p:tag name="KSO_WM_SLIDE_LAYOUT" val="a_b"/>
  <p:tag name="KSO_WM_SLIDE_LAYOUT_CNT" val="1_2"/>
  <p:tag name="KSO_WM_TEMPLATE_THUMBS_INDEX" val="1、4、7、8、9、10、11、12、13、14、15"/>
  <p:tag name="KSO_WM_TEMPLATE_MASTER_THUMB_INDEX" val="12"/>
</p:tagLst>
</file>

<file path=ppt/tags/tag260.xml><?xml version="1.0" encoding="utf-8"?>
<p:tagLst xmlns:p="http://schemas.openxmlformats.org/presentationml/2006/main">
  <p:tag name="KSO_WM_UNIT_ISCONTENTSTITLE" val="1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620_2*a*1"/>
  <p:tag name="KSO_WM_TEMPLATE_CATEGORY" val="custom"/>
  <p:tag name="KSO_WM_TEMPLATE_INDEX" val="20202620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2620_2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PRESET_TEXT" val="Click here to add to the title"/>
  <p:tag name="KSO_WM_DIAGRAM_VIRTUALLY_FRAME" val="{&quot;height&quot;:352.75,&quot;left&quot;:158,&quot;top&quot;:87.05,&quot;width&quot;:570.35}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620_2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VIRTUALLY_FRAME" val="{&quot;height&quot;:352.75,&quot;left&quot;:158,&quot;top&quot;:87.05,&quot;width&quot;:570.35}"/>
</p:tagLst>
</file>

<file path=ppt/tags/tag263.xml><?xml version="1.0" encoding="utf-8"?>
<p:tagLst xmlns:p="http://schemas.openxmlformats.org/presentationml/2006/main">
  <p:tag name="KSO_WM_SLIDE_ID" val="custom20202620_2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620"/>
  <p:tag name="KSO_WM_SLIDE_LAYOUT" val="a_l"/>
  <p:tag name="KSO_WM_SLIDE_LAYOUT_CNT" val="1_1"/>
</p:tagLst>
</file>

<file path=ppt/tags/tag264.xml><?xml version="1.0" encoding="utf-8"?>
<p:tagLst xmlns:p="http://schemas.openxmlformats.org/presentationml/2006/main">
  <p:tag name="KSO_WM_UNIT_ISCONTENTSTITLE" val="1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620_3*a*1"/>
  <p:tag name="KSO_WM_TEMPLATE_CATEGORY" val="custom"/>
  <p:tag name="KSO_WM_TEMPLATE_INDEX" val="20202620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2620_3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PRESET_TEXT" val="Click here to add to the title"/>
  <p:tag name="KSO_WM_DIAGRAM_VIRTUALLY_FRAME" val="{&quot;height&quot;:328,&quot;left&quot;:156.6,&quot;top&quot;:85.1,&quot;width&quot;:571.75}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02620_3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TYPE" val="l_h_i"/>
  <p:tag name="KSO_WM_UNIT_INDEX" val="1_1_1"/>
  <p:tag name="KSO_WM_DIAGRAM_VIRTUALLY_FRAME" val="{&quot;height&quot;:328,&quot;left&quot;:156.6,&quot;top&quot;:85.1,&quot;width&quot;:571.75}"/>
</p:tagLst>
</file>

<file path=ppt/tags/tag267.xml><?xml version="1.0" encoding="utf-8"?>
<p:tagLst xmlns:p="http://schemas.openxmlformats.org/presentationml/2006/main">
  <p:tag name="KSO_WM_SLIDE_ID" val="custom20202620_3"/>
  <p:tag name="KSO_WM_TEMPLATE_SUBCATEGORY" val="0"/>
  <p:tag name="KSO_WM_TEMPLATE_MASTER_TYPE" val="1"/>
  <p:tag name="KSO_WM_TEMPLATE_COLOR_TYPE" val="1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620"/>
  <p:tag name="KSO_WM_SLIDE_LAYOUT" val="a_l"/>
  <p:tag name="KSO_WM_SLIDE_LAYOUT_CNT" val="1_1"/>
  <p:tag name="KSO_WM_SLIDE_TYPE" val="contents"/>
  <p:tag name="KSO_WM_SLIDE_SUBTYPE" val="diag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4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6"/>
  <p:tag name="KSO_WM_DIAGRAM_GROUP_CODE" val="l1-1"/>
  <p:tag name="KSO_WM_UNIT_TYPE" val="a"/>
  <p:tag name="KSO_WM_UNIT_INDEX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4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9"/>
  <p:tag name="KSO_WM_DIAGRAM_GROUP_CODE" val="l1-1"/>
  <p:tag name="KSO_WM_UNIT_TYPE" val="l_h_a"/>
  <p:tag name="KSO_WM_UNIT_INDEX" val="1_1_1"/>
  <p:tag name="KSO_WM_UNIT_PRESET_TEXT" val="Click here to add to the title"/>
  <p:tag name="KSO_WM_DIAGRAM_VIRTUALLY_FRAME" val="{&quot;height&quot;:457.4,&quot;left&quot;:152.55,&quot;top&quot;:82.6,&quot;width&quot;:649.05}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4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DIAGRAM_VIRTUALLY_FRAME" val="{&quot;height&quot;:457.4,&quot;left&quot;:152.55,&quot;top&quot;:82.6,&quot;width&quot;:649.05}"/>
</p:tagLst>
</file>

<file path=ppt/tags/tag271.xml><?xml version="1.0" encoding="utf-8"?>
<p:tagLst xmlns:p="http://schemas.openxmlformats.org/presentationml/2006/main">
  <p:tag name="KSO_WM_SLIDE_ID" val="custom20202620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02620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6"/>
  <p:tag name="KSO_WM_DIAGRAM_GROUP_CODE" val="l1-1"/>
  <p:tag name="KSO_WM_UNIT_TYPE" val="a"/>
  <p:tag name="KSO_WM_UNIT_INDEX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9"/>
  <p:tag name="KSO_WM_DIAGRAM_GROUP_CODE" val="l1-1"/>
  <p:tag name="KSO_WM_UNIT_TYPE" val="l_h_a"/>
  <p:tag name="KSO_WM_UNIT_INDEX" val="1_1_1"/>
  <p:tag name="KSO_WM_UNIT_PRESET_TEXT" val="Click here to add to the title"/>
  <p:tag name="KSO_WM_DIAGRAM_VIRTUALLY_FRAME" val="{&quot;height&quot;:350.4,&quot;left&quot;:153.25,&quot;top&quot;:88.6,&quot;width&quot;:575.2}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DIAGRAM_VIRTUALLY_FRAME" val="{&quot;height&quot;:350.4,&quot;left&quot;:153.25,&quot;top&quot;:88.6,&quot;width&quot;:575.2}"/>
</p:tagLst>
</file>

<file path=ppt/tags/tag275.xml><?xml version="1.0" encoding="utf-8"?>
<p:tagLst xmlns:p="http://schemas.openxmlformats.org/presentationml/2006/main">
  <p:tag name="KSO_WM_SLIDE_ID" val="custom20202620_5"/>
  <p:tag name="KSO_WM_TEMPLATE_SUBCATEGORY" val="0"/>
  <p:tag name="KSO_WM_TEMPLATE_MASTER_TYPE" val="1"/>
  <p:tag name="KSO_WM_TEMPLATE_COLOR_TYPE" val="1"/>
  <p:tag name="KSO_WM_SLIDE_ITEM_CNT" val="5"/>
  <p:tag name="KSO_WM_SLIDE_INDEX" val="5"/>
  <p:tag name="KSO_WM_TAG_VERSION" val="1.0"/>
  <p:tag name="KSO_WM_BEAUTIFY_FLAG" val="#wm#"/>
  <p:tag name="KSO_WM_TEMPLATE_CATEGORY" val="custom"/>
  <p:tag name="KSO_WM_TEMPLATE_INDEX" val="20202620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6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6"/>
  <p:tag name="KSO_WM_DIAGRAM_GROUP_CODE" val="l1-1"/>
  <p:tag name="KSO_WM_UNIT_TYPE" val="a"/>
  <p:tag name="KSO_WM_UNIT_INDEX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6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DIAGRAM_VIRTUALLY_FRAME" val="{&quot;height&quot;:355.8,&quot;left&quot;:152.45,&quot;top&quot;:83.2,&quot;width&quot;:588.7}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6*l_h_a*1_6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9"/>
  <p:tag name="KSO_WM_DIAGRAM_GROUP_CODE" val="l1-1"/>
  <p:tag name="KSO_WM_UNIT_TYPE" val="l_h_a"/>
  <p:tag name="KSO_WM_UNIT_INDEX" val="1_6_1"/>
  <p:tag name="KSO_WM_UNIT_PRESET_TEXT" val="Click here to add to the title"/>
  <p:tag name="KSO_WM_DIAGRAM_VIRTUALLY_FRAME" val="{&quot;height&quot;:355.8,&quot;left&quot;:152.45,&quot;top&quot;:83.2,&quot;width&quot;:588.7}"/>
</p:tagLst>
</file>

<file path=ppt/tags/tag279.xml><?xml version="1.0" encoding="utf-8"?>
<p:tagLst xmlns:p="http://schemas.openxmlformats.org/presentationml/2006/main">
  <p:tag name="KSO_WM_SLIDE_ID" val="custom20202620_6"/>
  <p:tag name="KSO_WM_TEMPLATE_SUBCATEGORY" val="0"/>
  <p:tag name="KSO_WM_TEMPLATE_MASTER_TYPE" val="1"/>
  <p:tag name="KSO_WM_TEMPLATE_COLOR_TYPE" val="1"/>
  <p:tag name="KSO_WM_SLIDE_ITEM_CNT" val="6"/>
  <p:tag name="KSO_WM_SLIDE_INDEX" val="6"/>
  <p:tag name="KSO_WM_TAG_VERSION" val="1.0"/>
  <p:tag name="KSO_WM_BEAUTIFY_FLAG" val="#wm#"/>
  <p:tag name="KSO_WM_TEMPLATE_CATEGORY" val="custom"/>
  <p:tag name="KSO_WM_TEMPLATE_INDEX" val="20202620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7*b*2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0"/>
  <p:tag name="KSO_WM_UNIT_PRESET_TEXT" val="01"/>
  <p:tag name="KSO_WM_UNIT_NOCLEAR" val="0"/>
  <p:tag name="KSO_WM_UNIT_VALUE" val="2"/>
  <p:tag name="KSO_WM_UNIT_TYPE" val="b"/>
  <p:tag name="KSO_WM_UNIT_INDEX" val="2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7*b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0"/>
  <p:tag name="KSO_WM_UNIT_PRESET_TEXT" val="Click to add  text"/>
  <p:tag name="KSO_WM_UNIT_NOCLEAR" val="0"/>
  <p:tag name="KSO_WM_UNIT_VALUE" val="52"/>
  <p:tag name="KSO_WM_UNIT_TYPE" val="b"/>
  <p:tag name="KSO_WM_UNIT_INDEX" val="1"/>
</p:tagLst>
</file>

<file path=ppt/tags/tag282.xml><?xml version="1.0" encoding="utf-8"?>
<p:tagLst xmlns:p="http://schemas.openxmlformats.org/presentationml/2006/main">
  <p:tag name="KSO_WM_SLIDE_ID" val="custom20202620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620"/>
  <p:tag name="KSO_WM_SLIDE_TYPE" val="sectionTitle"/>
  <p:tag name="KSO_WM_SLIDE_SUBTYPE" val="pureTxt"/>
  <p:tag name="KSO_WM_SLIDE_LAYOUT" val="a_b"/>
  <p:tag name="KSO_WM_SLIDE_LAYOUT_CNT" val="1_2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6"/>
  <p:tag name="KSO_WM_DIAGRAM_GROUP_CODE" val="l1-1"/>
  <p:tag name="KSO_WM_UNIT_TYPE" val="a"/>
  <p:tag name="KSO_WM_UNIT_INDEX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9"/>
  <p:tag name="KSO_WM_DIAGRAM_GROUP_CODE" val="l1-1"/>
  <p:tag name="KSO_WM_UNIT_TYPE" val="l_h_a"/>
  <p:tag name="KSO_WM_UNIT_INDEX" val="1_1_1"/>
  <p:tag name="KSO_WM_UNIT_PRESET_TEXT" val="Click here to add to the title"/>
  <p:tag name="KSO_WM_DIAGRAM_VIRTUALLY_FRAME" val="{&quot;height&quot;:350.4,&quot;left&quot;:153.25,&quot;top&quot;:88.6,&quot;width&quot;:575.2}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DIAGRAM_VIRTUALLY_FRAME" val="{&quot;height&quot;:350.4,&quot;left&quot;:153.25,&quot;top&quot;:88.6,&quot;width&quot;:575.2}"/>
</p:tagLst>
</file>

<file path=ppt/tags/tag286.xml><?xml version="1.0" encoding="utf-8"?>
<p:tagLst xmlns:p="http://schemas.openxmlformats.org/presentationml/2006/main">
  <p:tag name="KSO_WM_SLIDE_ID" val="custom20202620_5"/>
  <p:tag name="KSO_WM_TEMPLATE_SUBCATEGORY" val="0"/>
  <p:tag name="KSO_WM_TEMPLATE_MASTER_TYPE" val="1"/>
  <p:tag name="KSO_WM_TEMPLATE_COLOR_TYPE" val="1"/>
  <p:tag name="KSO_WM_SLIDE_ITEM_CNT" val="5"/>
  <p:tag name="KSO_WM_SLIDE_INDEX" val="5"/>
  <p:tag name="KSO_WM_TAG_VERSION" val="1.0"/>
  <p:tag name="KSO_WM_BEAUTIFY_FLAG" val="#wm#"/>
  <p:tag name="KSO_WM_TEMPLATE_CATEGORY" val="custom"/>
  <p:tag name="KSO_WM_TEMPLATE_INDEX" val="20202620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6"/>
  <p:tag name="KSO_WM_DIAGRAM_GROUP_CODE" val="l1-1"/>
  <p:tag name="KSO_WM_UNIT_TYPE" val="a"/>
  <p:tag name="KSO_WM_UNIT_INDEX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a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9"/>
  <p:tag name="KSO_WM_DIAGRAM_GROUP_CODE" val="l1-1"/>
  <p:tag name="KSO_WM_UNIT_TYPE" val="l_h_a"/>
  <p:tag name="KSO_WM_UNIT_INDEX" val="1_1_1"/>
  <p:tag name="KSO_WM_UNIT_PRESET_TEXT" val="Click here to add to the title"/>
  <p:tag name="KSO_WM_DIAGRAM_VIRTUALLY_FRAME" val="{&quot;height&quot;:357.2,&quot;left&quot;:153.25,&quot;top&quot;:81.8,&quot;width&quot;:575.2}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5*l_h_i*1_1_1"/>
  <p:tag name="KSO_WM_TEMPLATE_CATEGORY" val="custom"/>
  <p:tag name="KSO_WM_TEMPLATE_INDEX" val="20202620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DIAGRAM_VIRTUALLY_FRAME" val="{&quot;height&quot;:357.2,&quot;left&quot;:153.25,&quot;top&quot;:81.8,&quot;width&quot;:575.2}"/>
</p:tagLst>
</file>

<file path=ppt/tags/tag290.xml><?xml version="1.0" encoding="utf-8"?>
<p:tagLst xmlns:p="http://schemas.openxmlformats.org/presentationml/2006/main">
  <p:tag name="KSO_WM_SLIDE_ID" val="custom20202620_5"/>
  <p:tag name="KSO_WM_TEMPLATE_SUBCATEGORY" val="0"/>
  <p:tag name="KSO_WM_TEMPLATE_MASTER_TYPE" val="1"/>
  <p:tag name="KSO_WM_TEMPLATE_COLOR_TYPE" val="1"/>
  <p:tag name="KSO_WM_SLIDE_ITEM_CNT" val="5"/>
  <p:tag name="KSO_WM_SLIDE_INDEX" val="5"/>
  <p:tag name="KSO_WM_TAG_VERSION" val="1.0"/>
  <p:tag name="KSO_WM_BEAUTIFY_FLAG" val="#wm#"/>
  <p:tag name="KSO_WM_TEMPLATE_CATEGORY" val="custom"/>
  <p:tag name="KSO_WM_TEMPLATE_INDEX" val="20202620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15*a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10"/>
  <p:tag name="KSO_WM_UNIT_TYPE" val="a"/>
  <p:tag name="KSO_WM_UNIT_INDEX" val="1"/>
  <p:tag name="KSO_WM_UNIT_PRESET_TEXT" val="Click here to add to the title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20_15*b*1"/>
  <p:tag name="KSO_WM_TEMPLATE_CATEGORY" val="custom"/>
  <p:tag name="KSO_WM_TEMPLATE_INDEX" val="2020262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7"/>
  <p:tag name="KSO_WM_UNIT_TYPE" val="b"/>
  <p:tag name="KSO_WM_UNIT_INDEX" val="1"/>
  <p:tag name="KSO_WM_UNIT_PRESET_TEXT" val="Click here to add a subtitle"/>
</p:tagLst>
</file>

<file path=ppt/tags/tag293.xml><?xml version="1.0" encoding="utf-8"?>
<p:tagLst xmlns:p="http://schemas.openxmlformats.org/presentationml/2006/main">
  <p:tag name="KSO_WM_SLIDE_ID" val="custom20202620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20"/>
  <p:tag name="KSO_WM_SLIDE_TYPE" val="endPage"/>
  <p:tag name="KSO_WM_SLIDE_SUBTYPE" val="pureTxt"/>
  <p:tag name="KSO_WM_SLIDE_LAYOUT" val="a_b"/>
  <p:tag name="KSO_WM_SLIDE_LAYOUT_CNT" val="1_2"/>
</p:tagLst>
</file>

<file path=ppt/theme/theme1.xml><?xml version="1.0" encoding="utf-8"?>
<a:theme xmlns:a="http://schemas.openxmlformats.org/drawingml/2006/main" name="Office Theme">
  <a:themeElements>
    <a:clrScheme name="自定义 23">
      <a:dk1>
        <a:srgbClr val="000000"/>
      </a:dk1>
      <a:lt1>
        <a:srgbClr val="FFFFFF"/>
      </a:lt1>
      <a:dk2>
        <a:srgbClr val="F0F0EF"/>
      </a:dk2>
      <a:lt2>
        <a:srgbClr val="FFFFFF"/>
      </a:lt2>
      <a:accent1>
        <a:srgbClr val="E2B08A"/>
      </a:accent1>
      <a:accent2>
        <a:srgbClr val="EDA499"/>
      </a:accent2>
      <a:accent3>
        <a:srgbClr val="EB9EAF"/>
      </a:accent3>
      <a:accent4>
        <a:srgbClr val="DDA0C7"/>
      </a:accent4>
      <a:accent5>
        <a:srgbClr val="C1A6D9"/>
      </a:accent5>
      <a:accent6>
        <a:srgbClr val="9FAEE0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0">
          <a:solidFill>
            <a:srgbClr val="C4AC6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9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ppt/theme/themeOverride10.xml><?xml version="1.0" encoding="utf-8"?>
<a:themeOverride xmlns:a="http://schemas.openxmlformats.org/drawingml/2006/main">
  <a:clrScheme name="自定义 23">
    <a:dk1>
      <a:srgbClr val="000000"/>
    </a:dk1>
    <a:lt1>
      <a:srgbClr val="FFFFFF"/>
    </a:lt1>
    <a:dk2>
      <a:srgbClr val="F0F0EF"/>
    </a:dk2>
    <a:lt2>
      <a:srgbClr val="FFFFFF"/>
    </a:lt2>
    <a:accent1>
      <a:srgbClr val="E2B08A"/>
    </a:accent1>
    <a:accent2>
      <a:srgbClr val="EDA499"/>
    </a:accent2>
    <a:accent3>
      <a:srgbClr val="EB9EAF"/>
    </a:accent3>
    <a:accent4>
      <a:srgbClr val="DDA0C7"/>
    </a:accent4>
    <a:accent5>
      <a:srgbClr val="C1A6D9"/>
    </a:accent5>
    <a:accent6>
      <a:srgbClr val="9FAEE0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1496</Words>
  <Application>WPS Presentation</Application>
  <PresentationFormat>宽屏</PresentationFormat>
  <Paragraphs>117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汉仪旗黑-85S</vt:lpstr>
      <vt:lpstr>Segoe UI</vt:lpstr>
      <vt:lpstr>Arial Unicode MS</vt:lpstr>
      <vt:lpstr>Calibri</vt:lpstr>
      <vt:lpstr>Times New Roman</vt:lpstr>
      <vt:lpstr>Arial Rounded MT Bold</vt:lpstr>
      <vt:lpstr>Office Theme</vt:lpstr>
      <vt:lpstr>Cute Pink Work 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Click here to add to the title</vt:lpstr>
      <vt:lpstr>PowerPoint 演示文稿</vt:lpstr>
      <vt:lpstr>PowerPoint 演示文稿</vt:lpstr>
      <vt:lpstr>Click here to add to the title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Saad ali</cp:lastModifiedBy>
  <cp:revision>12</cp:revision>
  <dcterms:created xsi:type="dcterms:W3CDTF">2019-09-18T08:38:00Z</dcterms:created>
  <dcterms:modified xsi:type="dcterms:W3CDTF">2026-01-04T01:37:51Z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E489E52A76214331AECBBEA451D66BCA_11</vt:lpwstr>
  </property>
</Properties>
</file>